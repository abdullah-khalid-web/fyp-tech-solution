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465" r:id="rId3"/>
    <p:sldId id="557" r:id="rId4"/>
    <p:sldId id="561" r:id="rId5"/>
    <p:sldId id="562" r:id="rId6"/>
    <p:sldId id="486" r:id="rId7"/>
    <p:sldId id="489" r:id="rId8"/>
    <p:sldId id="558" r:id="rId9"/>
    <p:sldId id="485" r:id="rId10"/>
    <p:sldId id="5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6B04"/>
    <a:srgbClr val="FDC402"/>
    <a:srgbClr val="006699"/>
    <a:srgbClr val="1D1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93" autoAdjust="0"/>
    <p:restoredTop sz="90721" autoAdjust="0"/>
  </p:normalViewPr>
  <p:slideViewPr>
    <p:cSldViewPr snapToGrid="0" snapToObjects="1">
      <p:cViewPr varScale="1">
        <p:scale>
          <a:sx n="75" d="100"/>
          <a:sy n="75" d="100"/>
        </p:scale>
        <p:origin x="102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IN NADEEM" userId="ceb880b8-740c-4fd1-b0dd-be901172b03c" providerId="ADAL" clId="{F1F43C4F-AFEA-0245-A5D3-9608FCB5301A}"/>
    <pc:docChg chg="undo custSel modSld">
      <pc:chgData name="ZAIN NADEEM" userId="ceb880b8-740c-4fd1-b0dd-be901172b03c" providerId="ADAL" clId="{F1F43C4F-AFEA-0245-A5D3-9608FCB5301A}" dt="2023-05-31T06:03:20.243" v="87" actId="20577"/>
      <pc:docMkLst>
        <pc:docMk/>
      </pc:docMkLst>
      <pc:sldChg chg="modSp mod">
        <pc:chgData name="ZAIN NADEEM" userId="ceb880b8-740c-4fd1-b0dd-be901172b03c" providerId="ADAL" clId="{F1F43C4F-AFEA-0245-A5D3-9608FCB5301A}" dt="2023-05-31T05:53:50.333" v="45" actId="20577"/>
        <pc:sldMkLst>
          <pc:docMk/>
          <pc:sldMk cId="484443943" sldId="256"/>
        </pc:sldMkLst>
        <pc:spChg chg="mod">
          <ac:chgData name="ZAIN NADEEM" userId="ceb880b8-740c-4fd1-b0dd-be901172b03c" providerId="ADAL" clId="{F1F43C4F-AFEA-0245-A5D3-9608FCB5301A}" dt="2023-05-31T05:53:04.816" v="21" actId="20577"/>
          <ac:spMkLst>
            <pc:docMk/>
            <pc:sldMk cId="484443943" sldId="256"/>
            <ac:spMk id="7" creationId="{8C138084-92DD-4AD3-8413-99A94E604373}"/>
          </ac:spMkLst>
        </pc:spChg>
        <pc:spChg chg="mod">
          <ac:chgData name="ZAIN NADEEM" userId="ceb880b8-740c-4fd1-b0dd-be901172b03c" providerId="ADAL" clId="{F1F43C4F-AFEA-0245-A5D3-9608FCB5301A}" dt="2023-05-31T05:53:50.333" v="45" actId="20577"/>
          <ac:spMkLst>
            <pc:docMk/>
            <pc:sldMk cId="484443943" sldId="256"/>
            <ac:spMk id="8" creationId="{00000000-0000-0000-0000-000000000000}"/>
          </ac:spMkLst>
        </pc:spChg>
      </pc:sldChg>
      <pc:sldChg chg="modSp mod">
        <pc:chgData name="ZAIN NADEEM" userId="ceb880b8-740c-4fd1-b0dd-be901172b03c" providerId="ADAL" clId="{F1F43C4F-AFEA-0245-A5D3-9608FCB5301A}" dt="2023-05-31T05:55:21.651" v="73" actId="20577"/>
        <pc:sldMkLst>
          <pc:docMk/>
          <pc:sldMk cId="4253950235" sldId="557"/>
        </pc:sldMkLst>
        <pc:spChg chg="mod">
          <ac:chgData name="ZAIN NADEEM" userId="ceb880b8-740c-4fd1-b0dd-be901172b03c" providerId="ADAL" clId="{F1F43C4F-AFEA-0245-A5D3-9608FCB5301A}" dt="2023-05-31T05:55:21.651" v="73" actId="20577"/>
          <ac:spMkLst>
            <pc:docMk/>
            <pc:sldMk cId="4253950235" sldId="557"/>
            <ac:spMk id="8" creationId="{C6227D47-4E87-4280-876B-2A6616D92106}"/>
          </ac:spMkLst>
        </pc:spChg>
      </pc:sldChg>
      <pc:sldChg chg="modSp mod">
        <pc:chgData name="ZAIN NADEEM" userId="ceb880b8-740c-4fd1-b0dd-be901172b03c" providerId="ADAL" clId="{F1F43C4F-AFEA-0245-A5D3-9608FCB5301A}" dt="2023-05-31T06:03:20.243" v="87" actId="20577"/>
        <pc:sldMkLst>
          <pc:docMk/>
          <pc:sldMk cId="996732001" sldId="563"/>
        </pc:sldMkLst>
        <pc:spChg chg="mod">
          <ac:chgData name="ZAIN NADEEM" userId="ceb880b8-740c-4fd1-b0dd-be901172b03c" providerId="ADAL" clId="{F1F43C4F-AFEA-0245-A5D3-9608FCB5301A}" dt="2023-05-31T06:03:20.243" v="87" actId="20577"/>
          <ac:spMkLst>
            <pc:docMk/>
            <pc:sldMk cId="996732001" sldId="563"/>
            <ac:spMk id="8" creationId="{C6227D47-4E87-4280-876B-2A6616D9210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F111B5-6083-FA45-9C70-B7086A1AA1F3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1FF1C3-C203-084A-A0F8-370FB9740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76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Project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Department of Computer Science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Project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2F0BEB2-B4B9-5944-AD6F-2E1360FE70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accent2"/>
          </a:solid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US"/>
              <a:t>Department of Computer Science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Project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2F0BEB2-B4B9-5944-AD6F-2E1360FE7002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5990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8423" y="3088153"/>
            <a:ext cx="11375154" cy="1143000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latin typeface="Trebuchet MS" panose="020B0603020202020204" pitchFamily="34" charset="0"/>
                <a:ea typeface="Arial" charset="0"/>
                <a:cs typeface="Arial" charset="0"/>
              </a:rPr>
              <a:t>Project Title</a:t>
            </a:r>
            <a:endParaRPr lang="en-US" sz="4400" dirty="0">
              <a:latin typeface="Trebuchet MS" panose="020B0603020202020204" pitchFamily="34" charset="0"/>
              <a:ea typeface="Arial" charset="0"/>
              <a:cs typeface="Arial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83243" y="4430679"/>
            <a:ext cx="6651688" cy="2029106"/>
          </a:xfrm>
        </p:spPr>
        <p:txBody>
          <a:bodyPr>
            <a:normAutofit/>
          </a:bodyPr>
          <a:lstStyle/>
          <a:p>
            <a:pPr algn="r"/>
            <a:r>
              <a:rPr lang="en-US" sz="2200" spc="0" dirty="0">
                <a:solidFill>
                  <a:srgbClr val="D26B04"/>
                </a:solidFill>
                <a:latin typeface="Trebuchet MS" panose="020B0603020202020204" pitchFamily="34" charset="0"/>
                <a:ea typeface="Arial" charset="0"/>
                <a:cs typeface="Arial" charset="0"/>
              </a:rPr>
              <a:t>STUDENT Name – CMS ID</a:t>
            </a:r>
          </a:p>
          <a:p>
            <a:pPr algn="r"/>
            <a:r>
              <a:rPr lang="en-US" sz="2200" spc="0" dirty="0">
                <a:solidFill>
                  <a:srgbClr val="D26B04"/>
                </a:solidFill>
                <a:latin typeface="Trebuchet MS" panose="020B0603020202020204" pitchFamily="34" charset="0"/>
                <a:ea typeface="Arial" charset="0"/>
                <a:cs typeface="Arial" charset="0"/>
              </a:rPr>
              <a:t>STUDENT Name – CMS ID</a:t>
            </a:r>
          </a:p>
          <a:p>
            <a:pPr algn="r"/>
            <a:r>
              <a:rPr lang="en-US" sz="2200" spc="0" dirty="0">
                <a:solidFill>
                  <a:srgbClr val="D26B04"/>
                </a:solidFill>
                <a:latin typeface="Trebuchet MS" panose="020B0603020202020204" pitchFamily="34" charset="0"/>
                <a:ea typeface="Arial" charset="0"/>
                <a:cs typeface="Arial" charset="0"/>
              </a:rPr>
              <a:t>STUDENT Name – CMS ID</a:t>
            </a:r>
          </a:p>
          <a:p>
            <a:pPr algn="r"/>
            <a:r>
              <a:rPr lang="en-US" sz="2200" spc="0" dirty="0">
                <a:solidFill>
                  <a:srgbClr val="D26B04"/>
                </a:solidFill>
                <a:latin typeface="Trebuchet MS" panose="020B0603020202020204" pitchFamily="34" charset="0"/>
                <a:ea typeface="Arial" charset="0"/>
                <a:cs typeface="Arial" charset="0"/>
              </a:rPr>
              <a:t>STUDENT Name – CMS ID</a:t>
            </a:r>
          </a:p>
          <a:p>
            <a:pPr algn="r"/>
            <a:endParaRPr lang="en-US" sz="2200" spc="0" dirty="0">
              <a:solidFill>
                <a:srgbClr val="D26B04"/>
              </a:solidFill>
              <a:latin typeface="Trebuchet MS" panose="020B0603020202020204" pitchFamily="34" charset="0"/>
              <a:ea typeface="Arial" charset="0"/>
              <a:cs typeface="Arial" charset="0"/>
            </a:endParaRPr>
          </a:p>
          <a:p>
            <a:pPr algn="r"/>
            <a:endParaRPr lang="en-US" sz="2200" spc="0" dirty="0">
              <a:solidFill>
                <a:srgbClr val="D26B04"/>
              </a:solidFill>
              <a:latin typeface="Trebuchet MS" panose="020B0603020202020204" pitchFamily="34" charset="0"/>
              <a:ea typeface="Arial" charset="0"/>
              <a:cs typeface="Arial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138084-92DD-4AD3-8413-99A94E604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Department of Electronic Engineering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6575C-7A5B-42FC-8622-71DD207ED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EF045-6764-41B8-9545-B6DBFA8A0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9182" y="758952"/>
            <a:ext cx="2014596" cy="2014596"/>
          </a:xfrm>
          <a:prstGeom prst="rect">
            <a:avLst/>
          </a:prstGeom>
        </p:spPr>
      </p:pic>
      <p:sp>
        <p:nvSpPr>
          <p:cNvPr id="8" name="Subtitle 2"/>
          <p:cNvSpPr txBox="1">
            <a:spLocks/>
          </p:cNvSpPr>
          <p:nvPr/>
        </p:nvSpPr>
        <p:spPr>
          <a:xfrm>
            <a:off x="1109799" y="4430679"/>
            <a:ext cx="3530295" cy="1926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spc="0" dirty="0">
                <a:solidFill>
                  <a:srgbClr val="006699"/>
                </a:solidFill>
                <a:latin typeface="Trebuchet MS" panose="020B0603020202020204" pitchFamily="34" charset="0"/>
                <a:ea typeface="Arial" charset="0"/>
                <a:cs typeface="Arial" charset="0"/>
              </a:rPr>
              <a:t>SUPERVISOR</a:t>
            </a:r>
          </a:p>
          <a:p>
            <a:pPr algn="ctr"/>
            <a:r>
              <a:rPr lang="en-US" sz="2000" spc="0" dirty="0">
                <a:solidFill>
                  <a:srgbClr val="006699"/>
                </a:solidFill>
                <a:latin typeface="Trebuchet MS" panose="020B0603020202020204" pitchFamily="34" charset="0"/>
                <a:ea typeface="Arial" charset="0"/>
                <a:cs typeface="Arial" charset="0"/>
              </a:rPr>
              <a:t>Name of supervisor</a:t>
            </a:r>
          </a:p>
          <a:p>
            <a:pPr algn="ctr"/>
            <a:r>
              <a:rPr lang="en-US" sz="2000" b="1" spc="0" dirty="0">
                <a:solidFill>
                  <a:srgbClr val="006699"/>
                </a:solidFill>
                <a:latin typeface="Trebuchet MS" panose="020B0603020202020204" pitchFamily="34" charset="0"/>
                <a:ea typeface="Arial" charset="0"/>
                <a:cs typeface="Arial" charset="0"/>
              </a:rPr>
              <a:t>Co-SUPERVISOR</a:t>
            </a:r>
          </a:p>
          <a:p>
            <a:pPr algn="ctr"/>
            <a:r>
              <a:rPr lang="en-US" sz="2000" spc="0" dirty="0">
                <a:solidFill>
                  <a:srgbClr val="006699"/>
                </a:solidFill>
                <a:latin typeface="Trebuchet MS" panose="020B0603020202020204" pitchFamily="34" charset="0"/>
                <a:ea typeface="Arial" charset="0"/>
                <a:cs typeface="Arial" charset="0"/>
              </a:rPr>
              <a:t>Name of co-supervisor</a:t>
            </a:r>
          </a:p>
        </p:txBody>
      </p:sp>
    </p:spTree>
    <p:extLst>
      <p:ext uri="{BB962C8B-B14F-4D97-AF65-F5344CB8AC3E}">
        <p14:creationId xmlns:p14="http://schemas.microsoft.com/office/powerpoint/2010/main" val="484443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pc="-85" dirty="0">
                <a:solidFill>
                  <a:schemeClr val="tx1"/>
                </a:solidFill>
                <a:latin typeface="Trebuchet MS" panose="020B0603020202020204" pitchFamily="34" charset="0"/>
                <a:cs typeface="Cambria"/>
              </a:rPr>
              <a:t>Important Points to Follow </a:t>
            </a:r>
            <a:endParaRPr lang="en-US" dirty="0">
              <a:solidFill>
                <a:schemeClr val="tx1"/>
              </a:solidFill>
              <a:latin typeface="Trebuchet MS" panose="020B0603020202020204" pitchFamily="34" charset="0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72FE5-93DC-42DE-811B-734E5853C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0AD1DDB-ECED-4752-B97A-C95C3CF71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Project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55EEB0-F867-4DC5-BC3D-9405FBBF3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2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6227D47-4E87-4280-876B-2A6616D92106}"/>
              </a:ext>
            </a:extLst>
          </p:cNvPr>
          <p:cNvSpPr txBox="1">
            <a:spLocks noChangeArrowheads="1"/>
          </p:cNvSpPr>
          <p:nvPr/>
        </p:nvSpPr>
        <p:spPr>
          <a:xfrm>
            <a:off x="1097280" y="1847306"/>
            <a:ext cx="9906000" cy="40233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Total Length of Presentation is restricted to </a:t>
            </a:r>
            <a:r>
              <a:rPr lang="en-US" b="1" dirty="0">
                <a:solidFill>
                  <a:srgbClr val="FF0000"/>
                </a:solidFill>
              </a:rPr>
              <a:t>25 slides</a:t>
            </a:r>
            <a:r>
              <a:rPr lang="en-US" dirty="0">
                <a:solidFill>
                  <a:schemeClr val="tx1"/>
                </a:solidFill>
              </a:rPr>
              <a:t>. Total number of slides should not exceed in any case.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Use the layout and design present in this template.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Use the same headings as described in this presentation. If it is absolutely necessary to use your own, use them as sub-headings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Change the Footer from "Project Topic" to your project title by going to the </a:t>
            </a:r>
            <a:r>
              <a:rPr lang="en-US" b="1" dirty="0">
                <a:solidFill>
                  <a:srgbClr val="FF0000"/>
                </a:solidFill>
              </a:rPr>
              <a:t>Insert </a:t>
            </a:r>
            <a:r>
              <a:rPr lang="en-US" dirty="0">
                <a:solidFill>
                  <a:srgbClr val="FF0000"/>
                </a:solidFill>
              </a:rPr>
              <a:t>tab</a:t>
            </a:r>
          </a:p>
          <a:p>
            <a:pPr lvl="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Remove this slide after you’re done making presentation</a:t>
            </a:r>
          </a:p>
          <a:p>
            <a:pPr lvl="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lvl="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lvl="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558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>
                <a:solidFill>
                  <a:schemeClr val="tx1"/>
                </a:solidFill>
                <a:latin typeface="Trebuchet MS" panose="020B0603020202020204" pitchFamily="34" charset="0"/>
                <a:cs typeface="Times New Roman"/>
              </a:rPr>
              <a:t>Outline</a:t>
            </a:r>
            <a:endParaRPr lang="en-US" dirty="0">
              <a:solidFill>
                <a:schemeClr val="tx1"/>
              </a:solidFill>
              <a:latin typeface="Trebuchet MS" panose="020B0603020202020204" pitchFamily="34" charset="0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72FE5-93DC-42DE-811B-734E5853C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0AD1DDB-ECED-4752-B97A-C95C3CF71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55EEB0-F867-4DC5-BC3D-9405FBBF3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3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6227D47-4E87-4280-876B-2A6616D92106}"/>
              </a:ext>
            </a:extLst>
          </p:cNvPr>
          <p:cNvSpPr txBox="1">
            <a:spLocks noChangeArrowheads="1"/>
          </p:cNvSpPr>
          <p:nvPr/>
        </p:nvSpPr>
        <p:spPr>
          <a:xfrm>
            <a:off x="1097280" y="1847306"/>
            <a:ext cx="9906000" cy="441730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Introduction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Problem Statement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Aims/Objectives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Literature Review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Methodology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Main Features of the Project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Logical Diagrams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Results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User Interfaces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Workload of the Project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Gantt Chart</a:t>
            </a:r>
          </a:p>
        </p:txBody>
      </p:sp>
    </p:spTree>
    <p:extLst>
      <p:ext uri="{BB962C8B-B14F-4D97-AF65-F5344CB8AC3E}">
        <p14:creationId xmlns:p14="http://schemas.microsoft.com/office/powerpoint/2010/main" val="4253950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>
                <a:solidFill>
                  <a:schemeClr val="tx1"/>
                </a:solidFill>
                <a:latin typeface="Trebuchet MS" panose="020B0603020202020204" pitchFamily="34" charset="0"/>
                <a:cs typeface="Times New Roman"/>
              </a:rPr>
              <a:t>Introduction</a:t>
            </a:r>
            <a:endParaRPr lang="en-US" dirty="0">
              <a:solidFill>
                <a:schemeClr val="tx1"/>
              </a:solidFill>
              <a:latin typeface="Trebuchet MS" panose="020B0603020202020204" pitchFamily="34" charset="0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72FE5-93DC-42DE-811B-734E5853C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0AD1DDB-ECED-4752-B97A-C95C3CF71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55EEB0-F867-4DC5-BC3D-9405FBBF3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4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6227D47-4E87-4280-876B-2A6616D92106}"/>
              </a:ext>
            </a:extLst>
          </p:cNvPr>
          <p:cNvSpPr txBox="1">
            <a:spLocks noChangeArrowheads="1"/>
          </p:cNvSpPr>
          <p:nvPr/>
        </p:nvSpPr>
        <p:spPr>
          <a:xfrm>
            <a:off x="1097280" y="1847306"/>
            <a:ext cx="9906000" cy="40233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In this slide write about what problem is your project trying to address?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What will be the aims and objectives of your project in addressing the above said problem.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2 Slides Maximum</a:t>
            </a:r>
            <a:endParaRPr lang="en-U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372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>
                <a:solidFill>
                  <a:schemeClr val="tx1"/>
                </a:solidFill>
                <a:latin typeface="Trebuchet MS" panose="020B0603020202020204" pitchFamily="34" charset="0"/>
                <a:cs typeface="Times New Roman"/>
              </a:rPr>
              <a:t>Literature Review</a:t>
            </a:r>
            <a:endParaRPr lang="en-US" dirty="0">
              <a:solidFill>
                <a:schemeClr val="tx1"/>
              </a:solidFill>
              <a:latin typeface="Trebuchet MS" panose="020B0603020202020204" pitchFamily="34" charset="0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72FE5-93DC-42DE-811B-734E5853C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0AD1DDB-ECED-4752-B97A-C95C3CF71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55EEB0-F867-4DC5-BC3D-9405FBBF3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5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6227D47-4E87-4280-876B-2A6616D92106}"/>
              </a:ext>
            </a:extLst>
          </p:cNvPr>
          <p:cNvSpPr txBox="1">
            <a:spLocks noChangeArrowheads="1"/>
          </p:cNvSpPr>
          <p:nvPr/>
        </p:nvSpPr>
        <p:spPr>
          <a:xfrm>
            <a:off x="1097280" y="1847306"/>
            <a:ext cx="9906000" cy="40233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 Discuss all the existing work that has been performed similar to your project.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 You can add points that are similar to your project or any points that you some other project didn’t do but you’re enhancing it etc. in this section.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 2 Slides Maximum</a:t>
            </a:r>
            <a:endParaRPr lang="en-US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776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95" dirty="0">
                <a:solidFill>
                  <a:schemeClr val="tx1"/>
                </a:solidFill>
                <a:latin typeface="Trebuchet MS" panose="020B0603020202020204" pitchFamily="34" charset="0"/>
                <a:cs typeface="Arial"/>
              </a:rPr>
              <a:t>Methodology</a:t>
            </a:r>
            <a:endParaRPr lang="en-US" dirty="0">
              <a:solidFill>
                <a:schemeClr val="tx1"/>
              </a:solidFill>
              <a:latin typeface="Trebuchet MS" panose="020B0603020202020204" pitchFamily="34" charset="0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72FE5-93DC-42DE-811B-734E5853C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0AD1DDB-ECED-4752-B97A-C95C3CF71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55EEB0-F867-4DC5-BC3D-9405FBBF3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6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6227D47-4E87-4280-876B-2A6616D92106}"/>
              </a:ext>
            </a:extLst>
          </p:cNvPr>
          <p:cNvSpPr txBox="1">
            <a:spLocks noChangeArrowheads="1"/>
          </p:cNvSpPr>
          <p:nvPr/>
        </p:nvSpPr>
        <p:spPr>
          <a:xfrm>
            <a:off x="1097280" y="1847306"/>
            <a:ext cx="9906000" cy="40233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 What will be the main features of this project?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 Add all the logical diagrams of your project that include: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Use Case Diagrams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Activity Diagrams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Context Level DFD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Sequence Diagrams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Entity Relationship Diagrams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 12</a:t>
            </a:r>
            <a:r>
              <a:rPr lang="en-US" dirty="0">
                <a:solidFill>
                  <a:schemeClr val="tx1"/>
                </a:solidFill>
              </a:rPr>
              <a:t> Slides Maximum</a:t>
            </a:r>
            <a:endParaRPr lang="en-US" sz="3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518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70" dirty="0">
                <a:solidFill>
                  <a:schemeClr val="tx1"/>
                </a:solidFill>
                <a:latin typeface="Trebuchet MS" panose="020B0603020202020204" pitchFamily="34" charset="0"/>
                <a:cs typeface="Cambria"/>
              </a:rPr>
              <a:t>Results</a:t>
            </a:r>
            <a:endParaRPr lang="en-US" dirty="0">
              <a:solidFill>
                <a:schemeClr val="tx1"/>
              </a:solidFill>
              <a:latin typeface="Trebuchet MS" panose="020B0603020202020204" pitchFamily="34" charset="0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72FE5-93DC-42DE-811B-734E5853C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0AD1DDB-ECED-4752-B97A-C95C3CF71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55EEB0-F867-4DC5-BC3D-9405FBBF3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7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6227D47-4E87-4280-876B-2A6616D92106}"/>
              </a:ext>
            </a:extLst>
          </p:cNvPr>
          <p:cNvSpPr txBox="1">
            <a:spLocks noChangeArrowheads="1"/>
          </p:cNvSpPr>
          <p:nvPr/>
        </p:nvSpPr>
        <p:spPr>
          <a:xfrm>
            <a:off x="1097280" y="1847306"/>
            <a:ext cx="9906000" cy="40233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 Add screenshots all the interfaces that you have created for your project.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 5</a:t>
            </a:r>
            <a:r>
              <a:rPr lang="en-US" dirty="0">
                <a:solidFill>
                  <a:schemeClr val="tx1"/>
                </a:solidFill>
              </a:rPr>
              <a:t> Slides Maximum</a:t>
            </a:r>
            <a:endParaRPr lang="en-US" sz="3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080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80" dirty="0">
                <a:solidFill>
                  <a:schemeClr val="tx1"/>
                </a:solidFill>
                <a:latin typeface="Trebuchet MS" panose="020B0603020202020204" pitchFamily="34" charset="0"/>
                <a:cs typeface="Cambria"/>
              </a:rPr>
              <a:t>Workload of the Project</a:t>
            </a:r>
            <a:endParaRPr lang="en-US" dirty="0">
              <a:solidFill>
                <a:schemeClr val="tx1"/>
              </a:solidFill>
              <a:latin typeface="Trebuchet MS" panose="020B0603020202020204" pitchFamily="34" charset="0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72FE5-93DC-42DE-811B-734E5853C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0AD1DDB-ECED-4752-B97A-C95C3CF71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55EEB0-F867-4DC5-BC3D-9405FBBF3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8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6227D47-4E87-4280-876B-2A6616D92106}"/>
              </a:ext>
            </a:extLst>
          </p:cNvPr>
          <p:cNvSpPr txBox="1">
            <a:spLocks noChangeArrowheads="1"/>
          </p:cNvSpPr>
          <p:nvPr/>
        </p:nvSpPr>
        <p:spPr>
          <a:xfrm>
            <a:off x="1097280" y="1847306"/>
            <a:ext cx="9906000" cy="40233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 Provide details of workload of project divided among the group members.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 1 Slide Maximum</a:t>
            </a:r>
            <a:endParaRPr lang="en-US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111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70" dirty="0">
                <a:solidFill>
                  <a:schemeClr val="tx1"/>
                </a:solidFill>
                <a:latin typeface="Trebuchet MS" panose="020B0603020202020204" pitchFamily="34" charset="0"/>
                <a:cs typeface="Cambria"/>
              </a:rPr>
              <a:t>Gantt Chart</a:t>
            </a:r>
            <a:endParaRPr lang="en-US" dirty="0">
              <a:solidFill>
                <a:schemeClr val="tx1"/>
              </a:solidFill>
              <a:latin typeface="Trebuchet MS" panose="020B0603020202020204" pitchFamily="34" charset="0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72FE5-93DC-42DE-811B-734E5853C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0AD1DDB-ECED-4752-B97A-C95C3CF71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55EEB0-F867-4DC5-BC3D-9405FBBF3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9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6227D47-4E87-4280-876B-2A6616D92106}"/>
              </a:ext>
            </a:extLst>
          </p:cNvPr>
          <p:cNvSpPr txBox="1">
            <a:spLocks noChangeArrowheads="1"/>
          </p:cNvSpPr>
          <p:nvPr/>
        </p:nvSpPr>
        <p:spPr>
          <a:xfrm>
            <a:off x="1097280" y="1847306"/>
            <a:ext cx="9875520" cy="40233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 Provide a proper Gantt chart, which will present a timeline of your project depicting starting and completion dates of your project.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1 Slide Maximum</a:t>
            </a:r>
            <a:endParaRPr lang="en-US" sz="3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351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70" dirty="0">
                <a:solidFill>
                  <a:schemeClr val="tx1"/>
                </a:solidFill>
                <a:latin typeface="Trebuchet MS" panose="020B0603020202020204" pitchFamily="34" charset="0"/>
                <a:cs typeface="Cambria"/>
              </a:rPr>
              <a:t>References</a:t>
            </a:r>
            <a:endParaRPr lang="en-US" dirty="0">
              <a:solidFill>
                <a:schemeClr val="tx1"/>
              </a:solidFill>
              <a:latin typeface="Trebuchet MS" panose="020B0603020202020204" pitchFamily="34" charset="0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72FE5-93DC-42DE-811B-734E5853C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0AD1DDB-ECED-4752-B97A-C95C3CF71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Thesis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55EEB0-F867-4DC5-BC3D-9405FBBF3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10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6227D47-4E87-4280-876B-2A6616D92106}"/>
              </a:ext>
            </a:extLst>
          </p:cNvPr>
          <p:cNvSpPr txBox="1">
            <a:spLocks noChangeArrowheads="1"/>
          </p:cNvSpPr>
          <p:nvPr/>
        </p:nvSpPr>
        <p:spPr>
          <a:xfrm>
            <a:off x="1097280" y="1847306"/>
            <a:ext cx="9875520" cy="40233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[1] H</a:t>
            </a:r>
            <a:r>
              <a:rPr lang="en-US" altLang="en-US" dirty="0">
                <a:solidFill>
                  <a:schemeClr val="tx1"/>
                </a:solidFill>
              </a:rPr>
              <a:t>. Nadeem et al., “Road Feature Detection for Advance Driver Assistance System Using Deep Learning,” Sensors, vol. 23, no. 9, p. 4466, May 2023, </a:t>
            </a:r>
            <a:r>
              <a:rPr lang="en-US" altLang="en-US" dirty="0" err="1">
                <a:solidFill>
                  <a:schemeClr val="tx1"/>
                </a:solidFill>
              </a:rPr>
              <a:t>doi</a:t>
            </a:r>
            <a:r>
              <a:rPr lang="en-US" altLang="en-US" dirty="0">
                <a:solidFill>
                  <a:schemeClr val="tx1"/>
                </a:solidFill>
              </a:rPr>
              <a:t>: 10.3390/s23094466.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1 Slide Maximum</a:t>
            </a:r>
            <a:endParaRPr lang="en-US" sz="3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673200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2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FDC402"/>
      </a:accent1>
      <a:accent2>
        <a:srgbClr val="1C0054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1718</TotalTime>
  <Words>471</Words>
  <Application>Microsoft Office PowerPoint</Application>
  <PresentationFormat>Widescreen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Trebuchet MS</vt:lpstr>
      <vt:lpstr>Retrospect</vt:lpstr>
      <vt:lpstr>Project Title</vt:lpstr>
      <vt:lpstr>Important Points to Follow </vt:lpstr>
      <vt:lpstr>Outline</vt:lpstr>
      <vt:lpstr>Introduction</vt:lpstr>
      <vt:lpstr>Literature Review</vt:lpstr>
      <vt:lpstr>Methodology</vt:lpstr>
      <vt:lpstr>Results</vt:lpstr>
      <vt:lpstr>Workload of the Project</vt:lpstr>
      <vt:lpstr>Gantt Chart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FYP Format</dc:title>
  <dc:creator>Bilal Khan</dc:creator>
  <cp:lastModifiedBy>MUHAMMAD RAYAN SARFARAZ</cp:lastModifiedBy>
  <cp:revision>400</cp:revision>
  <dcterms:created xsi:type="dcterms:W3CDTF">2018-10-17T07:21:18Z</dcterms:created>
  <dcterms:modified xsi:type="dcterms:W3CDTF">2026-07-30T12:05:22Z</dcterms:modified>
</cp:coreProperties>
</file>